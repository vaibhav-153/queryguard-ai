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Demo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grew in the North region. Main risk: supplier concentration.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Diversify suppliers and review support-plan pricing in Q2.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